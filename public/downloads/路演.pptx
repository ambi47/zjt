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AA4B2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  <a:effectLst>
            <a:outerShdw sx="100000" sy="100000" kx="0" ky="0" algn="bl" rotWithShape="0" blurRad="25400" dist="50800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8368" y="4754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智荐通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82296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资源库 + 学习路径 + DeepSeek AI 学习助理｜课程项目路演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875520" y="530352"/>
            <a:ext cx="1417320" cy="384048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61264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Roadshow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33856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173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做一个真正能学的“学习平替”平台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面向软件学习场景：把碎片化资源整理成可学的内容，把学习路径做成可跟踪的进度，再用 AI 把“答疑、出题、推荐、计划”串起来。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3017520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72384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课程：Web 应用开发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58568" y="3017520"/>
            <a:ext cx="1097280" cy="256032"/>
          </a:xfrm>
          <a:prstGeom prst="roundRect">
            <a:avLst>
              <a:gd name="adj" fmla="val 4285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3072384"/>
            <a:ext cx="950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小组：4 人协作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47288" y="3017520"/>
            <a:ext cx="2834640" cy="256032"/>
          </a:xfrm>
          <a:prstGeom prst="roundRect">
            <a:avLst>
              <a:gd name="adj" fmla="val 4285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3072384"/>
            <a:ext cx="2688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技术栈：原生 JS + Node/Express + SQLite + DeepSeek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373368" y="3017520"/>
            <a:ext cx="1188720" cy="256032"/>
          </a:xfrm>
          <a:prstGeom prst="roundRect">
            <a:avLst>
              <a:gd name="adj" fmla="val 4285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072384"/>
            <a:ext cx="10424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日期：____ / ____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10607040" cy="214884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20" name="Image 0" descr="F:\ambinoya\zjt2\public\roadshow-shots\01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" y="3630168"/>
            <a:ext cx="10387584" cy="18379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77824" y="5504688"/>
            <a:ext cx="10314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截图说明：发现中心（展示侧边栏、资源列表与整体风格）。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02920" y="6053328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61447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直接打开即可放映，也可继续在 PPT 里按需微调。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058400" y="6126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AA4B2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  <a:effectLst>
            <a:outerShdw sx="100000" sy="100000" kx="0" ky="0" algn="bl" rotWithShape="0" blurRad="25400" dist="50800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一句话痛点 + 一句话目标 + 一句话价值（老师建议一页就够）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149840" y="530352"/>
            <a:ext cx="100584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5943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33856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340156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2704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痛点：资源多但难学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" y="1856232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资料太多，筛选成本高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学到哪了不清楚，容易中断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 AI 不懂你的课程库和学习进度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70832" y="1417320"/>
            <a:ext cx="3401568" cy="1325880"/>
          </a:xfrm>
          <a:prstGeom prst="roundRect">
            <a:avLst>
              <a:gd name="adj" fmla="val 6897"/>
            </a:avLst>
          </a:prstGeom>
          <a:solidFill>
            <a:srgbClr val="EFF6FF"/>
          </a:solidFill>
          <a:ln w="12700">
            <a:solidFill>
              <a:srgbClr val="BFD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52704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目标：做一体化学习平替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35424" y="1856232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资源库：真实可学内容（链接 + 大纲）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学习路径：阶段化拆解 + 进度追踪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助理：答疑/推荐/出题/计划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55864" y="1417320"/>
            <a:ext cx="340156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0456" y="152704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价值：更省心、更可持续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0456" y="1856232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减少“找资料”的时间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把学习过程变成可执行的步骤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变成“懂你数据”的学习助手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2971800"/>
            <a:ext cx="10771632" cy="27432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19" name="Image 0" descr="F:\ambinoya\zjt2\public\roadshow-shots\01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" y="3081528"/>
            <a:ext cx="10552176" cy="243230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32104" y="5550408"/>
            <a:ext cx="10479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可在答辩时口头标注：资源中心 / 学习路径 / 智能助理。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02920" y="6053328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61447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讲法：30 秒讲完，别铺太多字。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058400" y="6126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AA4B2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  <a:effectLst>
            <a:outerShdw sx="100000" sy="100000" kx="0" ky="0" algn="bl" rotWithShape="0" blurRad="25400" dist="50800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团队介绍与分工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建议一页：谁负责什么 + 有哪些可展示的产出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149840" y="530352"/>
            <a:ext cx="1005840" cy="347472"/>
          </a:xfrm>
          <a:prstGeom prst="roundRect">
            <a:avLst>
              <a:gd name="adj" fmla="val 3157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5943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33856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481328"/>
            <a:ext cx="516636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91056"/>
            <a:ext cx="4837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分工（按模块）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48371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A（前端）：资源库、学习路径交互、快速访问、UI 统一风格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B（后端）：Express API、鉴权与安全、推荐接口、AI 代理接口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C（数据库）：SQLite(sql.js) 表结构、初始化与种子数据、字段扩展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D（AI）：DeepSeek 接入、提示词规则、练习题/计划/推荐能力迭代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99632" y="1481328"/>
            <a:ext cx="5257800" cy="3429000"/>
          </a:xfrm>
          <a:prstGeom prst="roundRect">
            <a:avLst>
              <a:gd name="adj" fmla="val 2667"/>
            </a:avLst>
          </a:prstGeom>
          <a:solidFill>
            <a:srgbClr val="EFF6FF"/>
          </a:solidFill>
          <a:ln w="12700">
            <a:solidFill>
              <a:srgbClr val="BFD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1591056"/>
            <a:ext cx="4928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协作方式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64224" y="1920240"/>
            <a:ext cx="49286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协作：分支/拉取、冲突处理、代码同步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接口先行：前后端按 API 对齐联调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每周迭代：功能可用 -&gt; 体验优化 -&gt; AI 能力完善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64224" y="4224528"/>
            <a:ext cx="4928616" cy="411480"/>
          </a:xfrm>
          <a:prstGeom prst="round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434340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把成员 A/B/C/D 替换成真实姓名与分工即可。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6053328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1447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讲法：每人一句话，最后强调“对齐 API 联调”。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058400" y="6126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AA4B2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  <a:effectLst>
            <a:outerShdw sx="100000" sy="100000" kx="0" ky="0" algn="bl" rotWithShape="0" blurRad="25400" dist="50800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系统整体架构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SPA + 后端 API + 数据库 + DeepSeek（通过后端代理）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149840" y="530352"/>
            <a:ext cx="1005840" cy="347472"/>
          </a:xfrm>
          <a:prstGeom prst="roundRect">
            <a:avLst>
              <a:gd name="adj" fmla="val 31579"/>
            </a:avLst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5943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33856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508760"/>
            <a:ext cx="34564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673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7824" y="196596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JavaScript + Tailwind + Lucide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70832" y="1508760"/>
            <a:ext cx="34564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673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35424" y="196596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+ Express · JWT 鉴权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28432" y="1508760"/>
            <a:ext cx="34564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3024" y="1673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93024" y="1965960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SQLite（sql.js）· 初始化种子数据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9808" y="2697480"/>
            <a:ext cx="507492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807208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数据流（讲清楚即可）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136392"/>
            <a:ext cx="47457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登录后前端携带 Token 调用 API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 / 路径 / 推荐从 SQLite 读取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AI：后端拼接用户学习上下文 -&gt; 调用 DeepSeek -&gt; 返回纯文本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53328" y="269748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22" name="Image 0" descr="F:\ambinoya\zjt2\public\roadshow-shots\06-recomm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63056" y="2807208"/>
            <a:ext cx="5175504" cy="220370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99632" y="5047488"/>
            <a:ext cx="5102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智能推荐页：用于讲“前端 -&gt; 后端 -&gt; 数据库 / AI”的数据流与落地效果。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02920" y="6053328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61447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讲法：强调“DeepSeek 不直连前端，走后端代理更安全”。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058400" y="6126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AA4B2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  <a:effectLst>
            <a:outerShdw sx="100000" sy="100000" kx="0" ky="0" algn="bl" rotWithShape="0" blurRad="25400" dist="50800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核心功能一：资源库（可学的内容）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不是摆设：每条资源有真实链接 + 学习大纲 + 可点击详情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149840" y="530352"/>
            <a:ext cx="100584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5943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33856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572768"/>
            <a:ext cx="406908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82496"/>
            <a:ext cx="3739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我们做到了什么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373989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资源规模：100+（目前 120 条）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每条资源：标题 / 分类 / 提供方 / 学习时长 / 链接 / 大纲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分类筛选：按真实数据动态生成，避免“假分类”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封面统一：自动生成 SVG 图案，每条不重复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1572768"/>
            <a:ext cx="6355080" cy="361188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84648" y="1682496"/>
            <a:ext cx="3012948" cy="3392424"/>
          </a:xfrm>
          <a:prstGeom prst="roundRect">
            <a:avLst>
              <a:gd name="adj" fmla="val 24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F:\ambinoya\zjt2\public\roadshow-shots\02-libr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39512" y="1737360"/>
            <a:ext cx="2903220" cy="32826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417052" y="1682496"/>
            <a:ext cx="3012948" cy="3392424"/>
          </a:xfrm>
          <a:prstGeom prst="roundRect">
            <a:avLst>
              <a:gd name="adj" fmla="val 24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1" descr="F:\ambinoya\zjt2\public\roadshow-shots\03-resource-mod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71916" y="1737360"/>
            <a:ext cx="2903220" cy="328269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2920" y="6053328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1447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讲法：强调“可点击、可学习”，别只讲 UI。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0058400" y="6126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AA4B2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  <a:effectLst>
            <a:outerShdw sx="100000" sy="100000" kx="0" ky="0" algn="bl" rotWithShape="0" blurRad="25400" dist="50800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核心功能二：学习路径（阶段 + 进度）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把“学什么、学到哪”做成可视化，并能直达对应资源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149840" y="530352"/>
            <a:ext cx="100584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5943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33856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572768"/>
            <a:ext cx="406908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82496"/>
            <a:ext cx="3739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交互亮点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373989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阶段化展示：每条路径拆成多个学习条目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进度映射：进度百分比映射到“已学 / 正在学 / 待学”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点击条目：直接打开最匹配的具体资源（如状态管理 -&gt; React 状态管理进阶）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详情弹窗：提示下一步学什么 + 一键继续学习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1572768"/>
            <a:ext cx="6355080" cy="361188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84648" y="1682496"/>
            <a:ext cx="3012948" cy="3392424"/>
          </a:xfrm>
          <a:prstGeom prst="roundRect">
            <a:avLst>
              <a:gd name="adj" fmla="val 24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F:\ambinoya\zjt2\public\roadshow-shots\04-learning-path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39512" y="1737360"/>
            <a:ext cx="2903220" cy="32826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417052" y="1682496"/>
            <a:ext cx="3012948" cy="3392424"/>
          </a:xfrm>
          <a:prstGeom prst="roundRect">
            <a:avLst>
              <a:gd name="adj" fmla="val 24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1" descr="F:\ambinoya\zjt2\public\roadshow-shots\05-path-progress-mod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71916" y="1737360"/>
            <a:ext cx="2903220" cy="328269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2920" y="6053328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1447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讲法：把“可执行”说清楚，点一下就能继续学。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0058400" y="6126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AA4B2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  <a:effectLst>
            <a:outerShdw sx="100000" sy="100000" kx="0" ky="0" algn="bl" rotWithShape="0" blurRad="25400" dist="50800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核心功能三：智能推荐 + 快速访问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兴趣标签驱动推荐，最近学习可追溯、可跳转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149840" y="530352"/>
            <a:ext cx="100584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5943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33856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55448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64208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推荐逻辑（不夸张，讲清楚即可）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93392"/>
            <a:ext cx="4700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注册时填写兴趣标签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后端按兴趣与资源标题 / 分类 / 描述匹配，返回 3-4 条可点推荐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猜你喜欢同样来自真实资源库，点击能进详情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1554480"/>
            <a:ext cx="5440680" cy="1554480"/>
          </a:xfrm>
          <a:prstGeom prst="roundRect">
            <a:avLst>
              <a:gd name="adj" fmla="val 5882"/>
            </a:avLst>
          </a:prstGeom>
          <a:solidFill>
            <a:srgbClr val="EFF6FF"/>
          </a:solidFill>
          <a:ln w="12700">
            <a:solidFill>
              <a:srgbClr val="BFD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3912" y="1664208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快速访问（更像真实产品）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53912" y="1993392"/>
            <a:ext cx="5111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最近学习：记录你点击过的资源，重新登录也能继续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关注标签：点击标签直接跳到相关资源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" y="3383280"/>
            <a:ext cx="10680192" cy="233172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493008"/>
            <a:ext cx="5175504" cy="2112264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0" descr="F:\ambinoya\zjt2\public\roadshow-shots\06-recomm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3547872"/>
            <a:ext cx="5065776" cy="200253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254496" y="3493008"/>
            <a:ext cx="5175504" cy="2112264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1" descr="F:\ambinoya\zjt2\public\roadshow-shots\07-quick-acces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3547872"/>
            <a:ext cx="5065776" cy="2002536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2920" y="6053328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0080" y="61447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讲法：强调“点击能动、不是摆设”。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058400" y="6126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AA4B2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  <a:effectLst>
            <a:outerShdw sx="100000" sy="100000" kx="0" ky="0" algn="bl" rotWithShape="0" blurRad="25400" dist="50800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功能实现（DeepSeek）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不是简单聊天：结合学习数据上下文 + 学习范围约束 + 出题 / 计划流程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149840" y="530352"/>
            <a:ext cx="1005840" cy="347472"/>
          </a:xfrm>
          <a:prstGeom prst="roundRect">
            <a:avLst>
              <a:gd name="adj" fmla="val 31579"/>
            </a:avLst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5943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33856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572768"/>
            <a:ext cx="406908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82496"/>
            <a:ext cx="3739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实现流程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373989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前端请求：/api/ai-assistant/chat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后端组装上下文：用户兴趣 + 学习路径 + 资源库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DeepSeek：返回纯文本，前端做轻量格式整理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学习任务：可按当前学习主题生成练习题，也可结合路径与资源生成学习计划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1572768"/>
            <a:ext cx="6355080" cy="361188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84648" y="1682496"/>
            <a:ext cx="3012948" cy="3392424"/>
          </a:xfrm>
          <a:prstGeom prst="roundRect">
            <a:avLst>
              <a:gd name="adj" fmla="val 24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F:\ambinoya\zjt2\public\roadshow-shots\08-ai-quiz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39512" y="1737360"/>
            <a:ext cx="2903220" cy="32826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417052" y="1682496"/>
            <a:ext cx="3012948" cy="3392424"/>
          </a:xfrm>
          <a:prstGeom prst="roundRect">
            <a:avLst>
              <a:gd name="adj" fmla="val 24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1" descr="F:\ambinoya\zjt2\public\roadshow-shots\09-ai-answer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71916" y="1737360"/>
            <a:ext cx="2903220" cy="328269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2920" y="6053328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1447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讲法：强调“AI 读得懂平台数据”，不是纯外部问答。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0058400" y="6126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AA4B2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  <a:effectLst>
            <a:outerShdw sx="100000" sy="100000" kx="0" ky="0" algn="bl" rotWithShape="0" blurRad="25400" dist="50800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过程复盘：我们怎么把功能做“能用”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老师更爱看：发现问题 -&gt; 定位原因 -&gt; 修复验证（体现工程能力）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149840" y="530352"/>
            <a:ext cx="1005840" cy="347472"/>
          </a:xfrm>
          <a:prstGeom prst="roundRect">
            <a:avLst>
              <a:gd name="adj" fmla="val 31579"/>
            </a:avLst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5943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33856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554480"/>
            <a:ext cx="3401568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6420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从“像”到“能用”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93392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资源库不再是摆设：补齐真实链接与大纲，点击能学习。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98264" y="1554480"/>
            <a:ext cx="3401568" cy="1508760"/>
          </a:xfrm>
          <a:prstGeom prst="roundRect">
            <a:avLst>
              <a:gd name="adj" fmla="val 6061"/>
            </a:avLst>
          </a:prstGeom>
          <a:solidFill>
            <a:srgbClr val="EFF6FF"/>
          </a:solidFill>
          <a:ln w="12700">
            <a:solidFill>
              <a:srgbClr val="BFD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166420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从“撞脸”到“统一”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62856" y="1993392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封面统一 SVG 图案生成，风格一致且每条不重复。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401568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166420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迭代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11312" y="1993392"/>
            <a:ext cx="3072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限制学习范围的同时，保留练习题 / 计划 / 推荐等学习任务可用。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" y="3337560"/>
            <a:ext cx="10680192" cy="237744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3447288"/>
            <a:ext cx="5175504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0" descr="F:\ambinoya\zjt2\public\roadshow-shots\08-ai-quiz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3502152"/>
            <a:ext cx="5065776" cy="204825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254496" y="3447288"/>
            <a:ext cx="5175504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1" descr="F:\ambinoya\zjt2\public\roadshow-shots\09-ai-answer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3502152"/>
            <a:ext cx="5065776" cy="20482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02920" y="6053328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" y="61447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讲法：用 3 个“我们遇到…后来…”的句子讲完。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10058400" y="6126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9AA4B2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000000">
                <a:alpha val="0"/>
              </a:srgbClr>
            </a:solidFill>
          </a:ln>
          <a:effectLst>
            <a:outerShdw sx="100000" sy="100000" kx="0" ky="0" algn="bl" rotWithShape="0" blurRad="25400" dist="50800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4754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 工具与功能实现的体会 + 下一步怎么做得更像产品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149840" y="530352"/>
            <a:ext cx="1005840" cy="347472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0" y="5943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133856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572768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82496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我们的体会（不生硬，讲真实）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488289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很强，但要“喂对上下文”和“给清楚规则”，才稳定可控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做产品体验比做页面更难：能点、能学、能继续才算完成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辅助定位问题、改提示词、做迭代，比直接“堆功能”更有效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572768"/>
            <a:ext cx="5230368" cy="320040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12700">
            <a:solidFill>
              <a:srgbClr val="BFD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682496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后续可以怎么完善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82512" y="2011680"/>
            <a:ext cx="49011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学习记录后端持久化：多端同步，支持更真实的推荐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错题本与判题：练习题可作答、自动反馈与统计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更细的推荐算法：结合点击 / 进度 / 兴趣动态调整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" y="498348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16" name="Image 0" descr="F:\ambinoya\zjt2\public\roadshow-shots\02-libr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" y="5093208"/>
            <a:ext cx="10479024" cy="55778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96112" y="5687568"/>
            <a:ext cx="10405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结束语建议：资源 + 路径 + AI，让学习过程更省心、更可持续。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02920" y="6053328"/>
            <a:ext cx="109545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61447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讲法：30 秒，总结 1 句 + 展望 3 点。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058400" y="6126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智荐通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智荐通路演 PPT</dc:title>
  <dc:subject>智荐通课程项目路演</dc:subject>
  <dc:creator>TRAE</dc:creator>
  <cp:lastModifiedBy>TRAE</cp:lastModifiedBy>
  <cp:revision>1</cp:revision>
  <dcterms:created xsi:type="dcterms:W3CDTF">2026-06-16T11:07:40Z</dcterms:created>
  <dcterms:modified xsi:type="dcterms:W3CDTF">2026-06-16T11:07:40Z</dcterms:modified>
</cp:coreProperties>
</file>